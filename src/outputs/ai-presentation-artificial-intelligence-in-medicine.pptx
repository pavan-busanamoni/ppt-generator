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8A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PRESENTATION PLANNER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24231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 in Medicine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09600" y="3794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Analysis &amp; Future Roadmap • Prepared for Medical Professionals &amp; AI Researchers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Systems Architect  · 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134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Intelligence in Medicine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 in Medicine Roadmap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domains and strategic pillars.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011680"/>
            <a:ext cx="3474720" cy="384048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157" y="22772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2758440"/>
            <a:ext cx="316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Foundational Concepts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62000" y="3261360"/>
            <a:ext cx="3169920" cy="243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operational principles governing Artificial Intelligence in Medicine.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58640" y="2011680"/>
            <a:ext cx="3474720" cy="384048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104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197" y="22772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1040" y="2758440"/>
            <a:ext cx="316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Performance Metrics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4511040" y="3261360"/>
            <a:ext cx="3169920" cy="243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Quantitative benchmarks and empirical results.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107680" y="2011680"/>
            <a:ext cx="3474720" cy="384048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008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3237" y="22772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0080" y="2758440"/>
            <a:ext cx="316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Implementation Strategy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8260080" y="3261360"/>
            <a:ext cx="3169920" cy="243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Phased deployment and risk mitigation.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Intelligence in Medicine Roadmap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PARADIGM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Architectural Principles of Artificial Intelligence in Medicine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Fundamental mechanism driving efficiency.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011680"/>
            <a:ext cx="4608576" cy="3931920"/>
          </a:xfrm>
          <a:prstGeom prst="roundRect">
            <a:avLst>
              <a:gd name="adj" fmla="val 2907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157" y="22772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2758440"/>
            <a:ext cx="43037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Operating Mechanism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62000" y="3261360"/>
            <a:ext cx="4303776" cy="2529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architecture leverages integrated domain models to optimize throughput and resource efficiency in Artificial Intelligence in Medicine.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57088" y="2011680"/>
            <a:ext cx="5925312" cy="18745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09488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2645" y="22772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9488" y="2758440"/>
            <a:ext cx="562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Processing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5809488" y="3261360"/>
            <a:ext cx="5620512" cy="472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Optimized execution pipelines deliver high throughput with minimal overhead.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657088" y="4069080"/>
            <a:ext cx="5925312" cy="18745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09488" y="42214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22645" y="43346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09488" y="4815840"/>
            <a:ext cx="562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Reliability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5809488" y="5318760"/>
            <a:ext cx="5620512" cy="472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fault tolerance and strict validation protocols ensure deterministic outcomes.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Architectural Principles of Artificial Intelligence in Medicine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Traditional vs Modern Paradigm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Comparing legacy approaches with advanced Artificial Intelligence in Medicine strategies.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Approach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09600" y="2468880"/>
            <a:ext cx="5303520" cy="3474720"/>
          </a:xfrm>
          <a:prstGeom prst="roundRect">
            <a:avLst>
              <a:gd name="adj" fmla="val 164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621280"/>
            <a:ext cx="4998720" cy="316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manual overhead
</a:t>
            </a:r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Slower iteration cycles
</a:t>
            </a:r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monolithic design
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7888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28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Artificial Intelligence in Medicine Paradigm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278880" y="2468880"/>
            <a:ext cx="5303520" cy="3474720"/>
          </a:xfrm>
          <a:prstGeom prst="roundRect">
            <a:avLst>
              <a:gd name="adj" fmla="val 1645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1280" y="2621280"/>
            <a:ext cx="4998720" cy="316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execution
</a:t>
            </a:r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Sub-second processing
</a:t>
            </a:r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component-based architecture
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vs Modern Paradigm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EMPIRICAL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Performance Indicators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Quantifiable improvements achieved through Artificial Intelligence in Medicine.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011680"/>
            <a:ext cx="5349240" cy="1828800"/>
          </a:xfrm>
          <a:prstGeom prst="roundRect">
            <a:avLst>
              <a:gd name="adj" fmla="val 6250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73B3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2000" y="2164080"/>
            <a:ext cx="504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10x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62000" y="3032760"/>
            <a:ext cx="5044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Advantage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2000" y="3444240"/>
            <a:ext cx="504444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Acceleration in processing speed compared to baseline.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160" y="2011680"/>
            <a:ext cx="5349240" cy="1828800"/>
          </a:xfrm>
          <a:prstGeom prst="roundRect">
            <a:avLst>
              <a:gd name="adj" fmla="val 6250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73B3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85560" y="2164080"/>
            <a:ext cx="504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284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99.9%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385560" y="3032760"/>
            <a:ext cx="5044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Reliability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85560" y="3444240"/>
            <a:ext cx="504444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Uptime and deterministic accuracy on standard benchmarks.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" y="4069080"/>
            <a:ext cx="5349240" cy="1828800"/>
          </a:xfrm>
          <a:prstGeom prst="roundRect">
            <a:avLst>
              <a:gd name="adj" fmla="val 6250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50800" dist="25400" dir="16200000">
              <a:srgbClr val="073B3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2000" y="4221480"/>
            <a:ext cx="504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8A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62000" y="5090160"/>
            <a:ext cx="5044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Reduction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62000" y="5501640"/>
            <a:ext cx="504444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operational resource strain and compute overhead.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Performance Indicators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Workflow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phases for deployment.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011680"/>
            <a:ext cx="3505200" cy="3931920"/>
          </a:xfrm>
          <a:prstGeom prst="roundRect">
            <a:avLst>
              <a:gd name="adj" fmla="val 3261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157" y="22772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2758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Requirement Analysis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62000" y="3261360"/>
            <a:ext cx="3200400" cy="2529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scope, constraints, and target outcomes.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505200" cy="3931920"/>
          </a:xfrm>
          <a:prstGeom prst="roundRect">
            <a:avLst>
              <a:gd name="adj" fmla="val 3261"/>
            </a:avLst>
          </a:prstGeom>
          <a:solidFill>
            <a:srgbClr val="EAF6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58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957" y="22772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5800" y="2758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Architecture Setup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4495800" y="3261360"/>
            <a:ext cx="3200400" cy="2529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core design tokens and components.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077200" y="2011680"/>
            <a:ext cx="3505200" cy="3931920"/>
          </a:xfrm>
          <a:prstGeom prst="roundRect">
            <a:avLst>
              <a:gd name="adj" fmla="val 3261"/>
            </a:avLst>
          </a:prstGeom>
          <a:solidFill>
            <a:srgbClr val="EFFBF5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2757" y="22772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2758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Validation &amp; Export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8229600" y="3261360"/>
            <a:ext cx="3200400" cy="2529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bounds, test layouts, and export outputs.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Workflow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78562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Takeaways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600" y="156286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 and guidelines for Artificial Intelligence in Medicine.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011680"/>
            <a:ext cx="5349240" cy="18516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157" y="22772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2758440"/>
            <a:ext cx="504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Prioritize Architecture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62000" y="3261360"/>
            <a:ext cx="50444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 in clean, component-driven modular systems.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33160" y="2011680"/>
            <a:ext cx="5349240" cy="18516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85560" y="216408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8717" y="22772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5560" y="2758440"/>
            <a:ext cx="504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Automate Quality Checks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6385560" y="3261360"/>
            <a:ext cx="50444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Incorporate programmatic layout inspection into build pipelines.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609600" y="4091940"/>
            <a:ext cx="5349240" cy="18516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9D8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73B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62000" y="4244340"/>
            <a:ext cx="502920" cy="502920"/>
          </a:xfrm>
          <a:prstGeom prst="ellipse">
            <a:avLst/>
          </a:prstGeom>
          <a:solidFill>
            <a:srgbClr val="EFFB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157" y="435749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2000" y="4838700"/>
            <a:ext cx="504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Scale Responsibly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762000" y="5341620"/>
            <a:ext cx="50444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strict control flow and non-null validation at all layers.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B9D8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Takeaways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8A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&amp; NEXT STEPS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09600" y="3383280"/>
            <a:ext cx="10972800" cy="1828800"/>
          </a:xfrm>
          <a:prstGeom prst="roundRect">
            <a:avLst>
              <a:gd name="adj" fmla="val 6250"/>
            </a:avLst>
          </a:prstGeom>
          <a:solidFill>
            <a:srgbClr val="134E4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3535680"/>
            <a:ext cx="502920" cy="502920"/>
          </a:xfrm>
          <a:prstGeom prst="ellipse">
            <a:avLst/>
          </a:prstGeom>
          <a:solidFill>
            <a:srgbClr val="134E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157" y="36488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4130040"/>
            <a:ext cx="1066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62000" y="4632960"/>
            <a:ext cx="1066800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Intelligence in Medicine provides a deterministic foundation for scalable, high-impact presentation generation and engineering design.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9600" y="5394960"/>
            <a:ext cx="10972800" cy="548640"/>
          </a:xfrm>
          <a:prstGeom prst="rect">
            <a:avLst/>
          </a:prstGeom>
          <a:solidFill>
            <a:srgbClr val="073B3A"/>
          </a:solidFill>
          <a:ln w="12700">
            <a:solidFill>
              <a:srgbClr val="0F766E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ACTION: Deploy Artificial Intelligence in Medicine Architecture Today.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12700">
            <a:solidFill>
              <a:srgbClr val="134E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600" y="6397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0560" y="639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9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in Medicine</dc:title>
  <dc:subject>PptxGenJS Presentation</dc:subject>
  <dc:creator>AI Presentation Planner (Fallback Engine)</dc:creator>
  <cp:lastModifiedBy>AI Presentation Planner (Fallback Engine)</cp:lastModifiedBy>
  <cp:revision>1</cp:revision>
  <dcterms:created xsi:type="dcterms:W3CDTF">2026-08-13T04:56:04Z</dcterms:created>
  <dcterms:modified xsi:type="dcterms:W3CDTF">2026-08-13T04:56:04Z</dcterms:modified>
</cp:coreProperties>
</file>