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3891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EPA Primary Drinking Water Maximum Contaminant Levels (MCL)</a:t>
            </a:r>
            <a:endParaRPr lang="en-US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143000"/>
          <a:ext cx="10789920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4389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Category / Contaminant</a:t>
                      </a:r>
                      <a:endParaRPr lang="en-US" sz="1300" dirty="0"/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Maximum Contaminant Level (mg/L)</a:t>
                      </a:r>
                      <a:endParaRPr lang="en-US" sz="1300" dirty="0"/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Lead (Pb)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0.015 mg/L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Nitrates (NO3)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10 mg/L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Arsenic (As)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0.01 mg/L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Benzene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0.005 mg/L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905" y="60579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Source: EPA National Primary Drinking Water Regulations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2026-08-13T06:24:03Z</dcterms:created>
  <dcterms:modified xsi:type="dcterms:W3CDTF">2026-08-13T06:24:03Z</dcterms:modified>
</cp:coreProperties>
</file>