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EPA Primary Drinking Water Maximum Contaminant Levels (MCL)</a:t>
            </a:r>
            <a:endParaRPr lang="en-US" sz="2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725912" cy="914400"/>
        </p:xfrm>
        <a:graphic>
          <a:graphicData uri="http://schemas.openxmlformats.org/drawingml/2006/table">
            <a:tbl>
              <a:tblPr/>
              <a:tblGrid>
                <a:gridCol w="6435547"/>
                <a:gridCol w="429036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Category / Contaminant</a:t>
                      </a:r>
                      <a:endParaRPr lang="en-US" sz="1300" dirty="0"/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Maximum Contaminant Level (mg/L)</a:t>
                      </a:r>
                      <a:endParaRPr lang="en-US" sz="1300" dirty="0"/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Lead (Pb)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0.015 mg/L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Nitrates (NO3)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10 mg/L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Arsenic (As)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0.01 mg/L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Benzene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0.005 mg/L</a:t>
                      </a:r>
                      <a:endParaRPr lang="en-US" sz="1200" dirty="0"/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Source: EPA National Primary Drinking Water Regulations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2026-08-13T06:18:46Z</dcterms:created>
  <dcterms:modified xsi:type="dcterms:W3CDTF">2026-08-13T06:18:46Z</dcterms:modified>
</cp:coreProperties>
</file>