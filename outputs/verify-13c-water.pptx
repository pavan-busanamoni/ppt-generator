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EPA Primary Drinking Water Maximum Contaminant Levels (MCL) (mg/L)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Maximum Contaminant Level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Lead (Pb)</c:v>
                  </c:pt>
                  <c:pt idx="1">
                    <c:v>Nitrates (NO3)</c:v>
                  </c:pt>
                  <c:pt idx="2">
                    <c:v>Arsenic (As)</c:v>
                  </c:pt>
                  <c:pt idx="3">
                    <c:v>Benzene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0.015</c:v>
                </c:pt>
                <c:pt idx="1">
                  <c:v>10</c:v>
                </c:pt>
                <c:pt idx="2">
                  <c:v>0.01</c:v>
                </c:pt>
                <c:pt idx="3">
                  <c:v>0.005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EPA Primary Drinking Water Maximum Contaminant Levels (MCL)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645920"/>
          <a:ext cx="7772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Source: EPA National Primary Drinking Water Regulations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2026-08-13T06:12:31Z</dcterms:created>
  <dcterms:modified xsi:type="dcterms:W3CDTF">2026-08-13T06:12:31Z</dcterms:modified>
</cp:coreProperties>
</file>