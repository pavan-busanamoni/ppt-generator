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Input Reduction (Percentage Reduction (%))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Reduction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Herbicide Use</c:v>
                  </c:pt>
                  <c:pt idx="1">
                    <c:v>Irrigation Water</c:v>
                  </c:pt>
                  <c:pt idx="2">
                    <c:v>Synthetic Fertilizer</c:v>
                  </c:pt>
                  <c:pt idx="3">
                    <c:v>Fuel Consumption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25</c:v>
                </c:pt>
                <c:pt idx="2">
                  <c:v>30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AI Precision Agriculture Resource Savings Benchmarks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463040"/>
          <a:ext cx="10725912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Source: USDA Economic Research Service: AI and Robotics in Agriculture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2026-08-13T06:18:51Z</dcterms:created>
  <dcterms:modified xsi:type="dcterms:W3CDTF">2026-08-13T06:18:51Z</dcterms:modified>
</cp:coreProperties>
</file>